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30275213" cy="21383625"/>
  <p:notesSz cx="6858000" cy="9144000"/>
  <p:defaultTextStyle>
    <a:defPPr>
      <a:defRPr lang="en-US"/>
    </a:defPPr>
    <a:lvl1pPr marL="0" algn="l" defTabSz="2479578" rtl="0" eaLnBrk="1" latinLnBrk="0" hangingPunct="1">
      <a:defRPr sz="4881" kern="1200">
        <a:solidFill>
          <a:schemeClr val="tx1"/>
        </a:solidFill>
        <a:latin typeface="+mn-lt"/>
        <a:ea typeface="+mn-ea"/>
        <a:cs typeface="+mn-cs"/>
      </a:defRPr>
    </a:lvl1pPr>
    <a:lvl2pPr marL="1239789" algn="l" defTabSz="2479578" rtl="0" eaLnBrk="1" latinLnBrk="0" hangingPunct="1">
      <a:defRPr sz="4881" kern="1200">
        <a:solidFill>
          <a:schemeClr val="tx1"/>
        </a:solidFill>
        <a:latin typeface="+mn-lt"/>
        <a:ea typeface="+mn-ea"/>
        <a:cs typeface="+mn-cs"/>
      </a:defRPr>
    </a:lvl2pPr>
    <a:lvl3pPr marL="2479578" algn="l" defTabSz="2479578" rtl="0" eaLnBrk="1" latinLnBrk="0" hangingPunct="1">
      <a:defRPr sz="4881" kern="1200">
        <a:solidFill>
          <a:schemeClr val="tx1"/>
        </a:solidFill>
        <a:latin typeface="+mn-lt"/>
        <a:ea typeface="+mn-ea"/>
        <a:cs typeface="+mn-cs"/>
      </a:defRPr>
    </a:lvl3pPr>
    <a:lvl4pPr marL="3719368" algn="l" defTabSz="2479578" rtl="0" eaLnBrk="1" latinLnBrk="0" hangingPunct="1">
      <a:defRPr sz="4881" kern="1200">
        <a:solidFill>
          <a:schemeClr val="tx1"/>
        </a:solidFill>
        <a:latin typeface="+mn-lt"/>
        <a:ea typeface="+mn-ea"/>
        <a:cs typeface="+mn-cs"/>
      </a:defRPr>
    </a:lvl4pPr>
    <a:lvl5pPr marL="4959157" algn="l" defTabSz="2479578" rtl="0" eaLnBrk="1" latinLnBrk="0" hangingPunct="1">
      <a:defRPr sz="4881" kern="1200">
        <a:solidFill>
          <a:schemeClr val="tx1"/>
        </a:solidFill>
        <a:latin typeface="+mn-lt"/>
        <a:ea typeface="+mn-ea"/>
        <a:cs typeface="+mn-cs"/>
      </a:defRPr>
    </a:lvl5pPr>
    <a:lvl6pPr marL="6198946" algn="l" defTabSz="2479578" rtl="0" eaLnBrk="1" latinLnBrk="0" hangingPunct="1">
      <a:defRPr sz="4881" kern="1200">
        <a:solidFill>
          <a:schemeClr val="tx1"/>
        </a:solidFill>
        <a:latin typeface="+mn-lt"/>
        <a:ea typeface="+mn-ea"/>
        <a:cs typeface="+mn-cs"/>
      </a:defRPr>
    </a:lvl6pPr>
    <a:lvl7pPr marL="7438735" algn="l" defTabSz="2479578" rtl="0" eaLnBrk="1" latinLnBrk="0" hangingPunct="1">
      <a:defRPr sz="4881" kern="1200">
        <a:solidFill>
          <a:schemeClr val="tx1"/>
        </a:solidFill>
        <a:latin typeface="+mn-lt"/>
        <a:ea typeface="+mn-ea"/>
        <a:cs typeface="+mn-cs"/>
      </a:defRPr>
    </a:lvl7pPr>
    <a:lvl8pPr marL="8678525" algn="l" defTabSz="2479578" rtl="0" eaLnBrk="1" latinLnBrk="0" hangingPunct="1">
      <a:defRPr sz="4881" kern="1200">
        <a:solidFill>
          <a:schemeClr val="tx1"/>
        </a:solidFill>
        <a:latin typeface="+mn-lt"/>
        <a:ea typeface="+mn-ea"/>
        <a:cs typeface="+mn-cs"/>
      </a:defRPr>
    </a:lvl8pPr>
    <a:lvl9pPr marL="9918314" algn="l" defTabSz="2479578"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5" userDrawn="1">
          <p15:clr>
            <a:srgbClr val="A4A3A4"/>
          </p15:clr>
        </p15:guide>
        <p15:guide id="2" pos="282" userDrawn="1">
          <p15:clr>
            <a:srgbClr val="A4A3A4"/>
          </p15:clr>
        </p15:guide>
        <p15:guide id="3" pos="9626" userDrawn="1">
          <p15:clr>
            <a:srgbClr val="A4A3A4"/>
          </p15:clr>
        </p15:guide>
        <p15:guide id="4" pos="18789" userDrawn="1">
          <p15:clr>
            <a:srgbClr val="A4A3A4"/>
          </p15:clr>
        </p15:guide>
        <p15:guide id="5" orient="horz" pos="13176" userDrawn="1">
          <p15:clr>
            <a:srgbClr val="A4A3A4"/>
          </p15:clr>
        </p15:guide>
        <p15:guide id="6" orient="horz" pos="78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882" autoAdjust="0"/>
    <p:restoredTop sz="95379" autoAdjust="0"/>
  </p:normalViewPr>
  <p:slideViewPr>
    <p:cSldViewPr snapToGrid="0" showGuides="1">
      <p:cViewPr>
        <p:scale>
          <a:sx n="33" d="100"/>
          <a:sy n="33" d="100"/>
        </p:scale>
        <p:origin x="965" y="19"/>
      </p:cViewPr>
      <p:guideLst>
        <p:guide orient="horz" pos="1995"/>
        <p:guide pos="282"/>
        <p:guide pos="9626"/>
        <p:guide pos="18789"/>
        <p:guide orient="horz" pos="13176"/>
        <p:guide orient="horz" pos="78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FD3B-9DAB-73C1-F2A1-A7C4CC98F1F1}"/>
              </a:ext>
            </a:extLst>
          </p:cNvPr>
          <p:cNvSpPr>
            <a:spLocks noGrp="1"/>
          </p:cNvSpPr>
          <p:nvPr>
            <p:ph type="ctrTitle"/>
          </p:nvPr>
        </p:nvSpPr>
        <p:spPr>
          <a:xfrm>
            <a:off x="3784402" y="3499590"/>
            <a:ext cx="22706410" cy="7444669"/>
          </a:xfrm>
        </p:spPr>
        <p:txBody>
          <a:bodyPr anchor="b"/>
          <a:lstStyle>
            <a:lvl1pPr algn="ctr">
              <a:defRPr sz="14899"/>
            </a:lvl1pPr>
          </a:lstStyle>
          <a:p>
            <a:r>
              <a:rPr lang="en-US"/>
              <a:t>Click to edit Master title style</a:t>
            </a:r>
          </a:p>
        </p:txBody>
      </p:sp>
      <p:sp>
        <p:nvSpPr>
          <p:cNvPr id="3" name="Subtitle 2">
            <a:extLst>
              <a:ext uri="{FF2B5EF4-FFF2-40B4-BE49-F238E27FC236}">
                <a16:creationId xmlns:a16="http://schemas.microsoft.com/office/drawing/2014/main" id="{E90CCDF8-A8F1-DB3A-E769-E984AA99F650}"/>
              </a:ext>
            </a:extLst>
          </p:cNvPr>
          <p:cNvSpPr>
            <a:spLocks noGrp="1"/>
          </p:cNvSpPr>
          <p:nvPr>
            <p:ph type="subTitle" idx="1"/>
          </p:nvPr>
        </p:nvSpPr>
        <p:spPr>
          <a:xfrm>
            <a:off x="3784402" y="11231355"/>
            <a:ext cx="22706410" cy="5162758"/>
          </a:xfrm>
        </p:spPr>
        <p:txBody>
          <a:bodyPr/>
          <a:lstStyle>
            <a:lvl1pPr marL="0" indent="0" algn="ctr">
              <a:buNone/>
              <a:defRPr sz="5960"/>
            </a:lvl1pPr>
            <a:lvl2pPr marL="1135319" indent="0" algn="ctr">
              <a:buNone/>
              <a:defRPr sz="4966"/>
            </a:lvl2pPr>
            <a:lvl3pPr marL="2270638" indent="0" algn="ctr">
              <a:buNone/>
              <a:defRPr sz="4470"/>
            </a:lvl3pPr>
            <a:lvl4pPr marL="3405957" indent="0" algn="ctr">
              <a:buNone/>
              <a:defRPr sz="3973"/>
            </a:lvl4pPr>
            <a:lvl5pPr marL="4541276" indent="0" algn="ctr">
              <a:buNone/>
              <a:defRPr sz="3973"/>
            </a:lvl5pPr>
            <a:lvl6pPr marL="5676595" indent="0" algn="ctr">
              <a:buNone/>
              <a:defRPr sz="3973"/>
            </a:lvl6pPr>
            <a:lvl7pPr marL="6811914" indent="0" algn="ctr">
              <a:buNone/>
              <a:defRPr sz="3973"/>
            </a:lvl7pPr>
            <a:lvl8pPr marL="7947233" indent="0" algn="ctr">
              <a:buNone/>
              <a:defRPr sz="3973"/>
            </a:lvl8pPr>
            <a:lvl9pPr marL="9082552" indent="0" algn="ctr">
              <a:buNone/>
              <a:defRPr sz="3973"/>
            </a:lvl9pPr>
          </a:lstStyle>
          <a:p>
            <a:r>
              <a:rPr lang="en-US"/>
              <a:t>Click to edit Master subtitle style</a:t>
            </a:r>
          </a:p>
        </p:txBody>
      </p:sp>
      <p:sp>
        <p:nvSpPr>
          <p:cNvPr id="4" name="Date Placeholder 3">
            <a:extLst>
              <a:ext uri="{FF2B5EF4-FFF2-40B4-BE49-F238E27FC236}">
                <a16:creationId xmlns:a16="http://schemas.microsoft.com/office/drawing/2014/main" id="{AE8CA4C3-96C0-28F2-E4E5-46FBEC522185}"/>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6547E3C7-3B2A-630B-4CF2-D1CBA23EC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CA8AE6-2673-D313-E245-05419E72551A}"/>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3413133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847D5-612D-A75D-0CFF-3CF6608673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67DCCD-D566-5491-A69C-C480A92FF6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9BE6A-F14D-E7B8-4E8D-3FB45D65BAB6}"/>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CC36FA8C-6718-08F9-78AC-9F54F61C17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B204F2-76A2-E208-DC16-86852D118826}"/>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1309295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6E6D-81B2-39D7-F6CA-1FDB8F3CDF75}"/>
              </a:ext>
            </a:extLst>
          </p:cNvPr>
          <p:cNvSpPr>
            <a:spLocks noGrp="1"/>
          </p:cNvSpPr>
          <p:nvPr>
            <p:ph type="title"/>
          </p:nvPr>
        </p:nvSpPr>
        <p:spPr>
          <a:xfrm>
            <a:off x="2065653" y="5331060"/>
            <a:ext cx="26112371" cy="8894992"/>
          </a:xfrm>
        </p:spPr>
        <p:txBody>
          <a:bodyPr anchor="b"/>
          <a:lstStyle>
            <a:lvl1pPr>
              <a:defRPr sz="14899"/>
            </a:lvl1pPr>
          </a:lstStyle>
          <a:p>
            <a:r>
              <a:rPr lang="en-US"/>
              <a:t>Click to edit Master title style</a:t>
            </a:r>
          </a:p>
        </p:txBody>
      </p:sp>
      <p:sp>
        <p:nvSpPr>
          <p:cNvPr id="3" name="Text Placeholder 2">
            <a:extLst>
              <a:ext uri="{FF2B5EF4-FFF2-40B4-BE49-F238E27FC236}">
                <a16:creationId xmlns:a16="http://schemas.microsoft.com/office/drawing/2014/main" id="{6ECF5A2F-32B2-9E6B-A955-A4B16F9173A8}"/>
              </a:ext>
            </a:extLst>
          </p:cNvPr>
          <p:cNvSpPr>
            <a:spLocks noGrp="1"/>
          </p:cNvSpPr>
          <p:nvPr>
            <p:ph type="body" idx="1"/>
          </p:nvPr>
        </p:nvSpPr>
        <p:spPr>
          <a:xfrm>
            <a:off x="2065653" y="14310202"/>
            <a:ext cx="26112371" cy="4677666"/>
          </a:xfrm>
        </p:spPr>
        <p:txBody>
          <a:bodyPr/>
          <a:lstStyle>
            <a:lvl1pPr marL="0" indent="0">
              <a:buNone/>
              <a:defRPr sz="5960">
                <a:solidFill>
                  <a:schemeClr val="tx1">
                    <a:tint val="82000"/>
                  </a:schemeClr>
                </a:solidFill>
              </a:defRPr>
            </a:lvl1pPr>
            <a:lvl2pPr marL="1135319" indent="0">
              <a:buNone/>
              <a:defRPr sz="4966">
                <a:solidFill>
                  <a:schemeClr val="tx1">
                    <a:tint val="82000"/>
                  </a:schemeClr>
                </a:solidFill>
              </a:defRPr>
            </a:lvl2pPr>
            <a:lvl3pPr marL="2270638" indent="0">
              <a:buNone/>
              <a:defRPr sz="4470">
                <a:solidFill>
                  <a:schemeClr val="tx1">
                    <a:tint val="82000"/>
                  </a:schemeClr>
                </a:solidFill>
              </a:defRPr>
            </a:lvl3pPr>
            <a:lvl4pPr marL="3405957" indent="0">
              <a:buNone/>
              <a:defRPr sz="3973">
                <a:solidFill>
                  <a:schemeClr val="tx1">
                    <a:tint val="82000"/>
                  </a:schemeClr>
                </a:solidFill>
              </a:defRPr>
            </a:lvl4pPr>
            <a:lvl5pPr marL="4541276" indent="0">
              <a:buNone/>
              <a:defRPr sz="3973">
                <a:solidFill>
                  <a:schemeClr val="tx1">
                    <a:tint val="82000"/>
                  </a:schemeClr>
                </a:solidFill>
              </a:defRPr>
            </a:lvl5pPr>
            <a:lvl6pPr marL="5676595" indent="0">
              <a:buNone/>
              <a:defRPr sz="3973">
                <a:solidFill>
                  <a:schemeClr val="tx1">
                    <a:tint val="82000"/>
                  </a:schemeClr>
                </a:solidFill>
              </a:defRPr>
            </a:lvl6pPr>
            <a:lvl7pPr marL="6811914" indent="0">
              <a:buNone/>
              <a:defRPr sz="3973">
                <a:solidFill>
                  <a:schemeClr val="tx1">
                    <a:tint val="82000"/>
                  </a:schemeClr>
                </a:solidFill>
              </a:defRPr>
            </a:lvl7pPr>
            <a:lvl8pPr marL="7947233" indent="0">
              <a:buNone/>
              <a:defRPr sz="3973">
                <a:solidFill>
                  <a:schemeClr val="tx1">
                    <a:tint val="82000"/>
                  </a:schemeClr>
                </a:solidFill>
              </a:defRPr>
            </a:lvl8pPr>
            <a:lvl9pPr marL="9082552" indent="0">
              <a:buNone/>
              <a:defRPr sz="3973">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99D4D6-D434-6ABC-0EB3-841B9677532D}"/>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8A3DBF90-D39D-DFEC-874D-EE2BF0579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B8D75-1F9C-EFE9-A353-C7B6DF648589}"/>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371438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3C462-0DF7-5E50-159A-CF6B20B22F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4C5DAB-0B06-1EA5-F146-EF7855DF18E3}"/>
              </a:ext>
            </a:extLst>
          </p:cNvPr>
          <p:cNvSpPr>
            <a:spLocks noGrp="1"/>
          </p:cNvSpPr>
          <p:nvPr>
            <p:ph sz="half" idx="1"/>
          </p:nvPr>
        </p:nvSpPr>
        <p:spPr>
          <a:xfrm>
            <a:off x="2081421"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98EA67-57A7-B107-E7FA-B26FC66F3800}"/>
              </a:ext>
            </a:extLst>
          </p:cNvPr>
          <p:cNvSpPr>
            <a:spLocks noGrp="1"/>
          </p:cNvSpPr>
          <p:nvPr>
            <p:ph sz="half" idx="2"/>
          </p:nvPr>
        </p:nvSpPr>
        <p:spPr>
          <a:xfrm>
            <a:off x="15326826" y="5692400"/>
            <a:ext cx="12866966"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08DC1E-40A9-0FB1-43FA-66047720CC26}"/>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6" name="Footer Placeholder 5">
            <a:extLst>
              <a:ext uri="{FF2B5EF4-FFF2-40B4-BE49-F238E27FC236}">
                <a16:creationId xmlns:a16="http://schemas.microsoft.com/office/drawing/2014/main" id="{FADB1DC3-6881-1056-5C71-3580CF5D49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C3E0B9-64DA-E1CA-FC9C-60115307BAFA}"/>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637303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2E2EB-7D63-FD36-F17E-597082AFAFE7}"/>
              </a:ext>
            </a:extLst>
          </p:cNvPr>
          <p:cNvSpPr>
            <a:spLocks noGrp="1"/>
          </p:cNvSpPr>
          <p:nvPr>
            <p:ph type="title"/>
          </p:nvPr>
        </p:nvSpPr>
        <p:spPr>
          <a:xfrm>
            <a:off x="2085364" y="1138482"/>
            <a:ext cx="26112371" cy="4133179"/>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6187BE-772B-DD93-D417-527DCF33677E}"/>
              </a:ext>
            </a:extLst>
          </p:cNvPr>
          <p:cNvSpPr>
            <a:spLocks noGrp="1"/>
          </p:cNvSpPr>
          <p:nvPr>
            <p:ph type="body" idx="1"/>
          </p:nvPr>
        </p:nvSpPr>
        <p:spPr>
          <a:xfrm>
            <a:off x="2085365" y="5241960"/>
            <a:ext cx="12807833" cy="256900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lang="en-US"/>
              <a:t>Click to edit Master text styles</a:t>
            </a:r>
          </a:p>
        </p:txBody>
      </p:sp>
      <p:sp>
        <p:nvSpPr>
          <p:cNvPr id="4" name="Content Placeholder 3">
            <a:extLst>
              <a:ext uri="{FF2B5EF4-FFF2-40B4-BE49-F238E27FC236}">
                <a16:creationId xmlns:a16="http://schemas.microsoft.com/office/drawing/2014/main" id="{AD2CB63A-C1E8-C28C-FA08-AAD1FDB04B48}"/>
              </a:ext>
            </a:extLst>
          </p:cNvPr>
          <p:cNvSpPr>
            <a:spLocks noGrp="1"/>
          </p:cNvSpPr>
          <p:nvPr>
            <p:ph sz="half" idx="2"/>
          </p:nvPr>
        </p:nvSpPr>
        <p:spPr>
          <a:xfrm>
            <a:off x="2085365" y="7810963"/>
            <a:ext cx="1280783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1BEB6A-74CB-239D-86B9-F09D42B18442}"/>
              </a:ext>
            </a:extLst>
          </p:cNvPr>
          <p:cNvSpPr>
            <a:spLocks noGrp="1"/>
          </p:cNvSpPr>
          <p:nvPr>
            <p:ph type="body" sz="quarter" idx="3"/>
          </p:nvPr>
        </p:nvSpPr>
        <p:spPr>
          <a:xfrm>
            <a:off x="15326827" y="5241960"/>
            <a:ext cx="12870909" cy="2569003"/>
          </a:xfrm>
        </p:spPr>
        <p:txBody>
          <a:bodyPr anchor="b"/>
          <a:lstStyle>
            <a:lvl1pPr marL="0" indent="0">
              <a:buNone/>
              <a:defRPr sz="5960" b="1"/>
            </a:lvl1pPr>
            <a:lvl2pPr marL="1135319" indent="0">
              <a:buNone/>
              <a:defRPr sz="4966" b="1"/>
            </a:lvl2pPr>
            <a:lvl3pPr marL="2270638" indent="0">
              <a:buNone/>
              <a:defRPr sz="4470" b="1"/>
            </a:lvl3pPr>
            <a:lvl4pPr marL="3405957" indent="0">
              <a:buNone/>
              <a:defRPr sz="3973" b="1"/>
            </a:lvl4pPr>
            <a:lvl5pPr marL="4541276" indent="0">
              <a:buNone/>
              <a:defRPr sz="3973" b="1"/>
            </a:lvl5pPr>
            <a:lvl6pPr marL="5676595" indent="0">
              <a:buNone/>
              <a:defRPr sz="3973" b="1"/>
            </a:lvl6pPr>
            <a:lvl7pPr marL="6811914" indent="0">
              <a:buNone/>
              <a:defRPr sz="3973" b="1"/>
            </a:lvl7pPr>
            <a:lvl8pPr marL="7947233" indent="0">
              <a:buNone/>
              <a:defRPr sz="3973" b="1"/>
            </a:lvl8pPr>
            <a:lvl9pPr marL="9082552" indent="0">
              <a:buNone/>
              <a:defRPr sz="3973" b="1"/>
            </a:lvl9pPr>
          </a:lstStyle>
          <a:p>
            <a:pPr lvl="0"/>
            <a:r>
              <a:rPr lang="en-US"/>
              <a:t>Click to edit Master text styles</a:t>
            </a:r>
          </a:p>
        </p:txBody>
      </p:sp>
      <p:sp>
        <p:nvSpPr>
          <p:cNvPr id="6" name="Content Placeholder 5">
            <a:extLst>
              <a:ext uri="{FF2B5EF4-FFF2-40B4-BE49-F238E27FC236}">
                <a16:creationId xmlns:a16="http://schemas.microsoft.com/office/drawing/2014/main" id="{6B58DF46-BAA2-A5D3-4A6E-B7394A16490E}"/>
              </a:ext>
            </a:extLst>
          </p:cNvPr>
          <p:cNvSpPr>
            <a:spLocks noGrp="1"/>
          </p:cNvSpPr>
          <p:nvPr>
            <p:ph sz="quarter" idx="4"/>
          </p:nvPr>
        </p:nvSpPr>
        <p:spPr>
          <a:xfrm>
            <a:off x="15326827" y="7810963"/>
            <a:ext cx="12870909"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62D87E-E487-49BA-07B4-FFC7826067D0}"/>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8" name="Footer Placeholder 7">
            <a:extLst>
              <a:ext uri="{FF2B5EF4-FFF2-40B4-BE49-F238E27FC236}">
                <a16:creationId xmlns:a16="http://schemas.microsoft.com/office/drawing/2014/main" id="{4EC89085-226C-6E33-813D-245901BA31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ACBC35-1478-8418-CD9E-2DCD9BD929F7}"/>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123541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5A481-F285-219C-178D-233F386BEC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90C365-4A89-8761-CB2D-B966C8AB8C9A}"/>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4" name="Footer Placeholder 3">
            <a:extLst>
              <a:ext uri="{FF2B5EF4-FFF2-40B4-BE49-F238E27FC236}">
                <a16:creationId xmlns:a16="http://schemas.microsoft.com/office/drawing/2014/main" id="{69A6BB22-DE74-7E13-ADFC-CF63085D2E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301672-41C5-1502-4FD9-F3803C98D5E4}"/>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402668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153114-3092-1866-A275-815CA573F27E}"/>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3" name="Footer Placeholder 2">
            <a:extLst>
              <a:ext uri="{FF2B5EF4-FFF2-40B4-BE49-F238E27FC236}">
                <a16:creationId xmlns:a16="http://schemas.microsoft.com/office/drawing/2014/main" id="{34C28465-82B4-9A18-1603-02DCE70128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0EAC67-A285-595D-4D22-2BDFF4F1E4F6}"/>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79615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5C3E-6008-6E5C-9CCA-53B19E7D1DFF}"/>
              </a:ext>
            </a:extLst>
          </p:cNvPr>
          <p:cNvSpPr>
            <a:spLocks noGrp="1"/>
          </p:cNvSpPr>
          <p:nvPr>
            <p:ph type="title"/>
          </p:nvPr>
        </p:nvSpPr>
        <p:spPr>
          <a:xfrm>
            <a:off x="2085366" y="1425575"/>
            <a:ext cx="9764543" cy="4989513"/>
          </a:xfrm>
        </p:spPr>
        <p:txBody>
          <a:bodyPr anchor="b"/>
          <a:lstStyle>
            <a:lvl1pPr>
              <a:defRPr sz="7946"/>
            </a:lvl1pPr>
          </a:lstStyle>
          <a:p>
            <a:r>
              <a:rPr lang="en-US"/>
              <a:t>Click to edit Master title style</a:t>
            </a:r>
          </a:p>
        </p:txBody>
      </p:sp>
      <p:sp>
        <p:nvSpPr>
          <p:cNvPr id="3" name="Content Placeholder 2">
            <a:extLst>
              <a:ext uri="{FF2B5EF4-FFF2-40B4-BE49-F238E27FC236}">
                <a16:creationId xmlns:a16="http://schemas.microsoft.com/office/drawing/2014/main" id="{B69E3642-B683-1EF6-CDD4-0BB9BF400840}"/>
              </a:ext>
            </a:extLst>
          </p:cNvPr>
          <p:cNvSpPr>
            <a:spLocks noGrp="1"/>
          </p:cNvSpPr>
          <p:nvPr>
            <p:ph idx="1"/>
          </p:nvPr>
        </p:nvSpPr>
        <p:spPr>
          <a:xfrm>
            <a:off x="12870909" y="3078847"/>
            <a:ext cx="15326827" cy="15196234"/>
          </a:xfrm>
        </p:spPr>
        <p:txBody>
          <a:bodyPr/>
          <a:lstStyle>
            <a:lvl1pPr>
              <a:defRPr sz="7946"/>
            </a:lvl1pPr>
            <a:lvl2pPr>
              <a:defRPr sz="6953"/>
            </a:lvl2pPr>
            <a:lvl3pPr>
              <a:defRPr sz="5960"/>
            </a:lvl3pPr>
            <a:lvl4pPr>
              <a:defRPr sz="4966"/>
            </a:lvl4pPr>
            <a:lvl5pPr>
              <a:defRPr sz="4966"/>
            </a:lvl5pPr>
            <a:lvl6pPr>
              <a:defRPr sz="4966"/>
            </a:lvl6pPr>
            <a:lvl7pPr>
              <a:defRPr sz="4966"/>
            </a:lvl7pPr>
            <a:lvl8pPr>
              <a:defRPr sz="4966"/>
            </a:lvl8pPr>
            <a:lvl9pPr>
              <a:defRPr sz="49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287B1C-0A7D-5BFA-778D-C97AAD537B20}"/>
              </a:ext>
            </a:extLst>
          </p:cNvPr>
          <p:cNvSpPr>
            <a:spLocks noGrp="1"/>
          </p:cNvSpPr>
          <p:nvPr>
            <p:ph type="body" sz="half" idx="2"/>
          </p:nvPr>
        </p:nvSpPr>
        <p:spPr>
          <a:xfrm>
            <a:off x="2085366" y="6415088"/>
            <a:ext cx="9764543" cy="11884743"/>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lang="en-US"/>
              <a:t>Click to edit Master text styles</a:t>
            </a:r>
          </a:p>
        </p:txBody>
      </p:sp>
      <p:sp>
        <p:nvSpPr>
          <p:cNvPr id="5" name="Date Placeholder 4">
            <a:extLst>
              <a:ext uri="{FF2B5EF4-FFF2-40B4-BE49-F238E27FC236}">
                <a16:creationId xmlns:a16="http://schemas.microsoft.com/office/drawing/2014/main" id="{E9CC70B3-F0F2-F8AE-5FC4-F836A908973A}"/>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6" name="Footer Placeholder 5">
            <a:extLst>
              <a:ext uri="{FF2B5EF4-FFF2-40B4-BE49-F238E27FC236}">
                <a16:creationId xmlns:a16="http://schemas.microsoft.com/office/drawing/2014/main" id="{CA414246-574E-AB95-71A4-AB68986FAA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A35968-4B21-4E0F-4176-7A86D545A2B1}"/>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4060292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05FEC-4B98-268B-6D0A-C14C04476FF8}"/>
              </a:ext>
            </a:extLst>
          </p:cNvPr>
          <p:cNvSpPr>
            <a:spLocks noGrp="1"/>
          </p:cNvSpPr>
          <p:nvPr>
            <p:ph type="title"/>
          </p:nvPr>
        </p:nvSpPr>
        <p:spPr>
          <a:xfrm>
            <a:off x="2085366" y="1425575"/>
            <a:ext cx="9764543" cy="4989513"/>
          </a:xfrm>
        </p:spPr>
        <p:txBody>
          <a:bodyPr anchor="b"/>
          <a:lstStyle>
            <a:lvl1pPr>
              <a:defRPr sz="7946"/>
            </a:lvl1pPr>
          </a:lstStyle>
          <a:p>
            <a:r>
              <a:rPr lang="en-US"/>
              <a:t>Click to edit Master title style</a:t>
            </a:r>
          </a:p>
        </p:txBody>
      </p:sp>
      <p:sp>
        <p:nvSpPr>
          <p:cNvPr id="3" name="Picture Placeholder 2">
            <a:extLst>
              <a:ext uri="{FF2B5EF4-FFF2-40B4-BE49-F238E27FC236}">
                <a16:creationId xmlns:a16="http://schemas.microsoft.com/office/drawing/2014/main" id="{27F88C01-A941-9B00-D9F2-5C004C90257D}"/>
              </a:ext>
            </a:extLst>
          </p:cNvPr>
          <p:cNvSpPr>
            <a:spLocks noGrp="1"/>
          </p:cNvSpPr>
          <p:nvPr>
            <p:ph type="pic" idx="1"/>
          </p:nvPr>
        </p:nvSpPr>
        <p:spPr>
          <a:xfrm>
            <a:off x="12870909" y="3078847"/>
            <a:ext cx="15326827" cy="15196234"/>
          </a:xfrm>
        </p:spPr>
        <p:txBody>
          <a:bodyPr/>
          <a:lstStyle>
            <a:lvl1pPr marL="0" indent="0">
              <a:buNone/>
              <a:defRPr sz="7946"/>
            </a:lvl1pPr>
            <a:lvl2pPr marL="1135319" indent="0">
              <a:buNone/>
              <a:defRPr sz="6953"/>
            </a:lvl2pPr>
            <a:lvl3pPr marL="2270638" indent="0">
              <a:buNone/>
              <a:defRPr sz="5960"/>
            </a:lvl3pPr>
            <a:lvl4pPr marL="3405957" indent="0">
              <a:buNone/>
              <a:defRPr sz="4966"/>
            </a:lvl4pPr>
            <a:lvl5pPr marL="4541276" indent="0">
              <a:buNone/>
              <a:defRPr sz="4966"/>
            </a:lvl5pPr>
            <a:lvl6pPr marL="5676595" indent="0">
              <a:buNone/>
              <a:defRPr sz="4966"/>
            </a:lvl6pPr>
            <a:lvl7pPr marL="6811914" indent="0">
              <a:buNone/>
              <a:defRPr sz="4966"/>
            </a:lvl7pPr>
            <a:lvl8pPr marL="7947233" indent="0">
              <a:buNone/>
              <a:defRPr sz="4966"/>
            </a:lvl8pPr>
            <a:lvl9pPr marL="9082552" indent="0">
              <a:buNone/>
              <a:defRPr sz="4966"/>
            </a:lvl9pPr>
          </a:lstStyle>
          <a:p>
            <a:endParaRPr lang="en-US"/>
          </a:p>
        </p:txBody>
      </p:sp>
      <p:sp>
        <p:nvSpPr>
          <p:cNvPr id="4" name="Text Placeholder 3">
            <a:extLst>
              <a:ext uri="{FF2B5EF4-FFF2-40B4-BE49-F238E27FC236}">
                <a16:creationId xmlns:a16="http://schemas.microsoft.com/office/drawing/2014/main" id="{799E7260-CCAA-ADAA-C6DB-95BCF3864374}"/>
              </a:ext>
            </a:extLst>
          </p:cNvPr>
          <p:cNvSpPr>
            <a:spLocks noGrp="1"/>
          </p:cNvSpPr>
          <p:nvPr>
            <p:ph type="body" sz="half" idx="2"/>
          </p:nvPr>
        </p:nvSpPr>
        <p:spPr>
          <a:xfrm>
            <a:off x="2085366" y="6415088"/>
            <a:ext cx="9764543" cy="11884743"/>
          </a:xfrm>
        </p:spPr>
        <p:txBody>
          <a:bodyPr/>
          <a:lstStyle>
            <a:lvl1pPr marL="0" indent="0">
              <a:buNone/>
              <a:defRPr sz="3973"/>
            </a:lvl1pPr>
            <a:lvl2pPr marL="1135319" indent="0">
              <a:buNone/>
              <a:defRPr sz="3476"/>
            </a:lvl2pPr>
            <a:lvl3pPr marL="2270638" indent="0">
              <a:buNone/>
              <a:defRPr sz="2980"/>
            </a:lvl3pPr>
            <a:lvl4pPr marL="3405957" indent="0">
              <a:buNone/>
              <a:defRPr sz="2483"/>
            </a:lvl4pPr>
            <a:lvl5pPr marL="4541276" indent="0">
              <a:buNone/>
              <a:defRPr sz="2483"/>
            </a:lvl5pPr>
            <a:lvl6pPr marL="5676595" indent="0">
              <a:buNone/>
              <a:defRPr sz="2483"/>
            </a:lvl6pPr>
            <a:lvl7pPr marL="6811914" indent="0">
              <a:buNone/>
              <a:defRPr sz="2483"/>
            </a:lvl7pPr>
            <a:lvl8pPr marL="7947233" indent="0">
              <a:buNone/>
              <a:defRPr sz="2483"/>
            </a:lvl8pPr>
            <a:lvl9pPr marL="9082552" indent="0">
              <a:buNone/>
              <a:defRPr sz="2483"/>
            </a:lvl9pPr>
          </a:lstStyle>
          <a:p>
            <a:pPr lvl="0"/>
            <a:r>
              <a:rPr lang="en-US"/>
              <a:t>Click to edit Master text styles</a:t>
            </a:r>
          </a:p>
        </p:txBody>
      </p:sp>
      <p:sp>
        <p:nvSpPr>
          <p:cNvPr id="5" name="Date Placeholder 4">
            <a:extLst>
              <a:ext uri="{FF2B5EF4-FFF2-40B4-BE49-F238E27FC236}">
                <a16:creationId xmlns:a16="http://schemas.microsoft.com/office/drawing/2014/main" id="{21F2A759-C84A-5250-3E5A-33BEC6FCC0C2}"/>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6" name="Footer Placeholder 5">
            <a:extLst>
              <a:ext uri="{FF2B5EF4-FFF2-40B4-BE49-F238E27FC236}">
                <a16:creationId xmlns:a16="http://schemas.microsoft.com/office/drawing/2014/main" id="{3FC4F04A-B614-AD34-1AA0-3F7BEF8917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958483-303B-04C8-E52D-62E872DB0171}"/>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003854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A02FA-EB38-276E-D898-226BADFED0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8AFF57-FDE8-467A-65A6-AE33BF96C5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5A4FD0-CA7D-EEBB-AD29-209286955BF4}"/>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065984FF-3BCD-9D8A-5615-FBB7504D7F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E43AC6-882C-5F98-9EBB-89DA90F4F04F}"/>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08572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FDB7AB-ABC4-68AA-B0D8-E54E3655C626}"/>
              </a:ext>
            </a:extLst>
          </p:cNvPr>
          <p:cNvSpPr>
            <a:spLocks noGrp="1"/>
          </p:cNvSpPr>
          <p:nvPr>
            <p:ph type="title" orient="vert"/>
          </p:nvPr>
        </p:nvSpPr>
        <p:spPr>
          <a:xfrm>
            <a:off x="21665699" y="1138480"/>
            <a:ext cx="6528093" cy="1812163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5FAEE0-36F0-7FE3-AC1F-E2ADD5600196}"/>
              </a:ext>
            </a:extLst>
          </p:cNvPr>
          <p:cNvSpPr>
            <a:spLocks noGrp="1"/>
          </p:cNvSpPr>
          <p:nvPr>
            <p:ph type="body" orient="vert" idx="1"/>
          </p:nvPr>
        </p:nvSpPr>
        <p:spPr>
          <a:xfrm>
            <a:off x="2081421" y="1138480"/>
            <a:ext cx="19205838" cy="181216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0A466-D090-DF2B-3F18-AEEE84FA97B5}"/>
              </a:ext>
            </a:extLst>
          </p:cNvPr>
          <p:cNvSpPr>
            <a:spLocks noGrp="1"/>
          </p:cNvSpPr>
          <p:nvPr>
            <p:ph type="dt" sz="half" idx="10"/>
          </p:nvPr>
        </p:nvSpPr>
        <p:spPr/>
        <p:txBody>
          <a:body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3B7339FB-03C0-4EAE-6FFC-08423B52AB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EED97-7117-6497-4990-A2FE999CC842}"/>
              </a:ext>
            </a:extLst>
          </p:cNvPr>
          <p:cNvSpPr>
            <a:spLocks noGrp="1"/>
          </p:cNvSpPr>
          <p:nvPr>
            <p:ph type="sldNum" sz="quarter" idx="12"/>
          </p:nvPr>
        </p:nvSpPr>
        <p:spPr/>
        <p:txBody>
          <a:bodyPr/>
          <a:lstStyle/>
          <a:p>
            <a:fld id="{1FCDF8B1-6973-470E-AB28-235CA0F474B3}" type="slidenum">
              <a:rPr lang="en-US" smtClean="0"/>
              <a:t>‹#›</a:t>
            </a:fld>
            <a:endParaRPr lang="en-US"/>
          </a:p>
        </p:txBody>
      </p:sp>
    </p:spTree>
    <p:extLst>
      <p:ext uri="{BB962C8B-B14F-4D97-AF65-F5344CB8AC3E}">
        <p14:creationId xmlns:p14="http://schemas.microsoft.com/office/powerpoint/2010/main" val="2221298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0E0B22-A89A-5973-E2DD-484FFBF406CC}"/>
              </a:ext>
            </a:extLst>
          </p:cNvPr>
          <p:cNvSpPr>
            <a:spLocks noGrp="1"/>
          </p:cNvSpPr>
          <p:nvPr>
            <p:ph type="title"/>
          </p:nvPr>
        </p:nvSpPr>
        <p:spPr>
          <a:xfrm>
            <a:off x="2081421" y="1138482"/>
            <a:ext cx="26112371" cy="413317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84D9E5-D5A3-E8B7-978C-BD51F2F5951A}"/>
              </a:ext>
            </a:extLst>
          </p:cNvPr>
          <p:cNvSpPr>
            <a:spLocks noGrp="1"/>
          </p:cNvSpPr>
          <p:nvPr>
            <p:ph type="body" idx="1"/>
          </p:nvPr>
        </p:nvSpPr>
        <p:spPr>
          <a:xfrm>
            <a:off x="2081421" y="5692400"/>
            <a:ext cx="26112371"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E71214-3195-344B-A339-2D736B3F63E5}"/>
              </a:ext>
            </a:extLst>
          </p:cNvPr>
          <p:cNvSpPr>
            <a:spLocks noGrp="1"/>
          </p:cNvSpPr>
          <p:nvPr>
            <p:ph type="dt" sz="half" idx="2"/>
          </p:nvPr>
        </p:nvSpPr>
        <p:spPr>
          <a:xfrm>
            <a:off x="2081421" y="19819454"/>
            <a:ext cx="6811923" cy="1138480"/>
          </a:xfrm>
          <a:prstGeom prst="rect">
            <a:avLst/>
          </a:prstGeom>
        </p:spPr>
        <p:txBody>
          <a:bodyPr vert="horz" lIns="91440" tIns="45720" rIns="91440" bIns="45720" rtlCol="0" anchor="ctr"/>
          <a:lstStyle>
            <a:lvl1pPr algn="l">
              <a:defRPr sz="2980">
                <a:solidFill>
                  <a:schemeClr val="tx1">
                    <a:tint val="82000"/>
                  </a:schemeClr>
                </a:solidFill>
              </a:defRPr>
            </a:lvl1pPr>
          </a:lstStyle>
          <a:p>
            <a:fld id="{6FC0B953-D46D-4D2E-9843-C4483CF37FBB}" type="datetimeFigureOut">
              <a:rPr lang="en-US" smtClean="0"/>
              <a:t>11/13/2025</a:t>
            </a:fld>
            <a:endParaRPr lang="en-US"/>
          </a:p>
        </p:txBody>
      </p:sp>
      <p:sp>
        <p:nvSpPr>
          <p:cNvPr id="5" name="Footer Placeholder 4">
            <a:extLst>
              <a:ext uri="{FF2B5EF4-FFF2-40B4-BE49-F238E27FC236}">
                <a16:creationId xmlns:a16="http://schemas.microsoft.com/office/drawing/2014/main" id="{EDFBEE76-988C-4401-4A66-CBB1DBC99EDB}"/>
              </a:ext>
            </a:extLst>
          </p:cNvPr>
          <p:cNvSpPr>
            <a:spLocks noGrp="1"/>
          </p:cNvSpPr>
          <p:nvPr>
            <p:ph type="ftr" sz="quarter" idx="3"/>
          </p:nvPr>
        </p:nvSpPr>
        <p:spPr>
          <a:xfrm>
            <a:off x="10028665" y="19819454"/>
            <a:ext cx="10217884" cy="1138480"/>
          </a:xfrm>
          <a:prstGeom prst="rect">
            <a:avLst/>
          </a:prstGeom>
        </p:spPr>
        <p:txBody>
          <a:bodyPr vert="horz" lIns="91440" tIns="45720" rIns="91440" bIns="45720" rtlCol="0" anchor="ctr"/>
          <a:lstStyle>
            <a:lvl1pPr algn="ctr">
              <a:defRPr sz="298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858F0B-A953-CEEE-EC5C-1D1615E6E194}"/>
              </a:ext>
            </a:extLst>
          </p:cNvPr>
          <p:cNvSpPr>
            <a:spLocks noGrp="1"/>
          </p:cNvSpPr>
          <p:nvPr>
            <p:ph type="sldNum" sz="quarter" idx="4"/>
          </p:nvPr>
        </p:nvSpPr>
        <p:spPr>
          <a:xfrm>
            <a:off x="21381869" y="19819454"/>
            <a:ext cx="6811923" cy="1138480"/>
          </a:xfrm>
          <a:prstGeom prst="rect">
            <a:avLst/>
          </a:prstGeom>
        </p:spPr>
        <p:txBody>
          <a:bodyPr vert="horz" lIns="91440" tIns="45720" rIns="91440" bIns="45720" rtlCol="0" anchor="ctr"/>
          <a:lstStyle>
            <a:lvl1pPr algn="r">
              <a:defRPr sz="2980">
                <a:solidFill>
                  <a:schemeClr val="tx1">
                    <a:tint val="82000"/>
                  </a:schemeClr>
                </a:solidFill>
              </a:defRPr>
            </a:lvl1pPr>
          </a:lstStyle>
          <a:p>
            <a:fld id="{1FCDF8B1-6973-470E-AB28-235CA0F474B3}" type="slidenum">
              <a:rPr lang="en-US" smtClean="0"/>
              <a:t>‹#›</a:t>
            </a:fld>
            <a:endParaRPr lang="en-US"/>
          </a:p>
        </p:txBody>
      </p:sp>
    </p:spTree>
    <p:extLst>
      <p:ext uri="{BB962C8B-B14F-4D97-AF65-F5344CB8AC3E}">
        <p14:creationId xmlns:p14="http://schemas.microsoft.com/office/powerpoint/2010/main" val="1645321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270638" rtl="0" eaLnBrk="1" latinLnBrk="0" hangingPunct="1">
        <a:lnSpc>
          <a:spcPct val="90000"/>
        </a:lnSpc>
        <a:spcBef>
          <a:spcPct val="0"/>
        </a:spcBef>
        <a:buNone/>
        <a:defRPr sz="10926" kern="1200">
          <a:solidFill>
            <a:schemeClr val="tx1"/>
          </a:solidFill>
          <a:latin typeface="+mj-lt"/>
          <a:ea typeface="+mj-ea"/>
          <a:cs typeface="+mj-cs"/>
        </a:defRPr>
      </a:lvl1pPr>
    </p:titleStyle>
    <p:bodyStyle>
      <a:lvl1pPr marL="567660" indent="-567660" algn="l" defTabSz="2270638" rtl="0" eaLnBrk="1" latinLnBrk="0" hangingPunct="1">
        <a:lnSpc>
          <a:spcPct val="90000"/>
        </a:lnSpc>
        <a:spcBef>
          <a:spcPts val="2483"/>
        </a:spcBef>
        <a:buFont typeface="Arial" panose="020B0604020202020204" pitchFamily="34" charset="0"/>
        <a:buChar char="•"/>
        <a:defRPr sz="6953" kern="1200">
          <a:solidFill>
            <a:schemeClr val="tx1"/>
          </a:solidFill>
          <a:latin typeface="+mn-lt"/>
          <a:ea typeface="+mn-ea"/>
          <a:cs typeface="+mn-cs"/>
        </a:defRPr>
      </a:lvl1pPr>
      <a:lvl2pPr marL="1702979" indent="-567660" algn="l" defTabSz="2270638" rtl="0" eaLnBrk="1" latinLnBrk="0" hangingPunct="1">
        <a:lnSpc>
          <a:spcPct val="90000"/>
        </a:lnSpc>
        <a:spcBef>
          <a:spcPts val="1242"/>
        </a:spcBef>
        <a:buFont typeface="Arial" panose="020B0604020202020204" pitchFamily="34" charset="0"/>
        <a:buChar char="•"/>
        <a:defRPr sz="5960" kern="1200">
          <a:solidFill>
            <a:schemeClr val="tx1"/>
          </a:solidFill>
          <a:latin typeface="+mn-lt"/>
          <a:ea typeface="+mn-ea"/>
          <a:cs typeface="+mn-cs"/>
        </a:defRPr>
      </a:lvl2pPr>
      <a:lvl3pPr marL="2838298" indent="-567660" algn="l" defTabSz="2270638" rtl="0" eaLnBrk="1" latinLnBrk="0" hangingPunct="1">
        <a:lnSpc>
          <a:spcPct val="90000"/>
        </a:lnSpc>
        <a:spcBef>
          <a:spcPts val="1242"/>
        </a:spcBef>
        <a:buFont typeface="Arial" panose="020B0604020202020204" pitchFamily="34" charset="0"/>
        <a:buChar char="•"/>
        <a:defRPr sz="4966" kern="1200">
          <a:solidFill>
            <a:schemeClr val="tx1"/>
          </a:solidFill>
          <a:latin typeface="+mn-lt"/>
          <a:ea typeface="+mn-ea"/>
          <a:cs typeface="+mn-cs"/>
        </a:defRPr>
      </a:lvl3pPr>
      <a:lvl4pPr marL="3973617"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4pPr>
      <a:lvl5pPr marL="5108936"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5pPr>
      <a:lvl6pPr marL="6244255"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6pPr>
      <a:lvl7pPr marL="7379574"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7pPr>
      <a:lvl8pPr marL="8514893"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8pPr>
      <a:lvl9pPr marL="9650212" indent="-567660" algn="l" defTabSz="2270638" rtl="0" eaLnBrk="1" latinLnBrk="0" hangingPunct="1">
        <a:lnSpc>
          <a:spcPct val="90000"/>
        </a:lnSpc>
        <a:spcBef>
          <a:spcPts val="1242"/>
        </a:spcBef>
        <a:buFont typeface="Arial" panose="020B0604020202020204" pitchFamily="34" charset="0"/>
        <a:buChar char="•"/>
        <a:defRPr sz="4470" kern="1200">
          <a:solidFill>
            <a:schemeClr val="tx1"/>
          </a:solidFill>
          <a:latin typeface="+mn-lt"/>
          <a:ea typeface="+mn-ea"/>
          <a:cs typeface="+mn-cs"/>
        </a:defRPr>
      </a:lvl9pPr>
    </p:bodyStyle>
    <p:otherStyle>
      <a:defPPr>
        <a:defRPr lang="en-US"/>
      </a:defPPr>
      <a:lvl1pPr marL="0" algn="l" defTabSz="2270638" rtl="0" eaLnBrk="1" latinLnBrk="0" hangingPunct="1">
        <a:defRPr sz="4470" kern="1200">
          <a:solidFill>
            <a:schemeClr val="tx1"/>
          </a:solidFill>
          <a:latin typeface="+mn-lt"/>
          <a:ea typeface="+mn-ea"/>
          <a:cs typeface="+mn-cs"/>
        </a:defRPr>
      </a:lvl1pPr>
      <a:lvl2pPr marL="1135319" algn="l" defTabSz="2270638" rtl="0" eaLnBrk="1" latinLnBrk="0" hangingPunct="1">
        <a:defRPr sz="4470" kern="1200">
          <a:solidFill>
            <a:schemeClr val="tx1"/>
          </a:solidFill>
          <a:latin typeface="+mn-lt"/>
          <a:ea typeface="+mn-ea"/>
          <a:cs typeface="+mn-cs"/>
        </a:defRPr>
      </a:lvl2pPr>
      <a:lvl3pPr marL="2270638" algn="l" defTabSz="2270638" rtl="0" eaLnBrk="1" latinLnBrk="0" hangingPunct="1">
        <a:defRPr sz="4470" kern="1200">
          <a:solidFill>
            <a:schemeClr val="tx1"/>
          </a:solidFill>
          <a:latin typeface="+mn-lt"/>
          <a:ea typeface="+mn-ea"/>
          <a:cs typeface="+mn-cs"/>
        </a:defRPr>
      </a:lvl3pPr>
      <a:lvl4pPr marL="3405957" algn="l" defTabSz="2270638" rtl="0" eaLnBrk="1" latinLnBrk="0" hangingPunct="1">
        <a:defRPr sz="4470" kern="1200">
          <a:solidFill>
            <a:schemeClr val="tx1"/>
          </a:solidFill>
          <a:latin typeface="+mn-lt"/>
          <a:ea typeface="+mn-ea"/>
          <a:cs typeface="+mn-cs"/>
        </a:defRPr>
      </a:lvl4pPr>
      <a:lvl5pPr marL="4541276" algn="l" defTabSz="2270638" rtl="0" eaLnBrk="1" latinLnBrk="0" hangingPunct="1">
        <a:defRPr sz="4470" kern="1200">
          <a:solidFill>
            <a:schemeClr val="tx1"/>
          </a:solidFill>
          <a:latin typeface="+mn-lt"/>
          <a:ea typeface="+mn-ea"/>
          <a:cs typeface="+mn-cs"/>
        </a:defRPr>
      </a:lvl5pPr>
      <a:lvl6pPr marL="5676595" algn="l" defTabSz="2270638" rtl="0" eaLnBrk="1" latinLnBrk="0" hangingPunct="1">
        <a:defRPr sz="4470" kern="1200">
          <a:solidFill>
            <a:schemeClr val="tx1"/>
          </a:solidFill>
          <a:latin typeface="+mn-lt"/>
          <a:ea typeface="+mn-ea"/>
          <a:cs typeface="+mn-cs"/>
        </a:defRPr>
      </a:lvl6pPr>
      <a:lvl7pPr marL="6811914" algn="l" defTabSz="2270638" rtl="0" eaLnBrk="1" latinLnBrk="0" hangingPunct="1">
        <a:defRPr sz="4470" kern="1200">
          <a:solidFill>
            <a:schemeClr val="tx1"/>
          </a:solidFill>
          <a:latin typeface="+mn-lt"/>
          <a:ea typeface="+mn-ea"/>
          <a:cs typeface="+mn-cs"/>
        </a:defRPr>
      </a:lvl7pPr>
      <a:lvl8pPr marL="7947233" algn="l" defTabSz="2270638" rtl="0" eaLnBrk="1" latinLnBrk="0" hangingPunct="1">
        <a:defRPr sz="4470" kern="1200">
          <a:solidFill>
            <a:schemeClr val="tx1"/>
          </a:solidFill>
          <a:latin typeface="+mn-lt"/>
          <a:ea typeface="+mn-ea"/>
          <a:cs typeface="+mn-cs"/>
        </a:defRPr>
      </a:lvl8pPr>
      <a:lvl9pPr marL="9082552" algn="l" defTabSz="2270638" rtl="0" eaLnBrk="1" latinLnBrk="0" hangingPunct="1">
        <a:defRPr sz="44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C00DE77B-220B-7C90-BD26-40381BDFE66A}"/>
              </a:ext>
            </a:extLst>
          </p:cNvPr>
          <p:cNvSpPr/>
          <p:nvPr/>
        </p:nvSpPr>
        <p:spPr>
          <a:xfrm>
            <a:off x="447675" y="11177952"/>
            <a:ext cx="11791217" cy="973894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559F5E1-8FFE-4CA6-9E2E-8FF7CBE63227}"/>
              </a:ext>
            </a:extLst>
          </p:cNvPr>
          <p:cNvSpPr/>
          <p:nvPr/>
        </p:nvSpPr>
        <p:spPr>
          <a:xfrm>
            <a:off x="0" y="0"/>
            <a:ext cx="30275213" cy="318633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6005A11B-AA23-1ED2-DB07-3B743C4AD66C}"/>
              </a:ext>
            </a:extLst>
          </p:cNvPr>
          <p:cNvSpPr txBox="1"/>
          <p:nvPr/>
        </p:nvSpPr>
        <p:spPr>
          <a:xfrm>
            <a:off x="491942" y="296347"/>
            <a:ext cx="26799095" cy="1107996"/>
          </a:xfrm>
          <a:prstGeom prst="rect">
            <a:avLst/>
          </a:prstGeom>
          <a:noFill/>
        </p:spPr>
        <p:txBody>
          <a:bodyPr wrap="square" rtlCol="0">
            <a:spAutoFit/>
          </a:bodyPr>
          <a:lstStyle/>
          <a:p>
            <a:r>
              <a:rPr lang="en-US" sz="6600" b="1" dirty="0">
                <a:latin typeface="Roboto" panose="02000000000000000000" pitchFamily="2" charset="0"/>
                <a:ea typeface="Roboto" panose="02000000000000000000" pitchFamily="2" charset="0"/>
              </a:rPr>
              <a:t>CROSS-PALTFORM MISINFORMATION DETECTION NETWORK</a:t>
            </a:r>
          </a:p>
        </p:txBody>
      </p:sp>
      <p:sp>
        <p:nvSpPr>
          <p:cNvPr id="21" name="TextBox 20">
            <a:extLst>
              <a:ext uri="{FF2B5EF4-FFF2-40B4-BE49-F238E27FC236}">
                <a16:creationId xmlns:a16="http://schemas.microsoft.com/office/drawing/2014/main" id="{D7E9C173-CE98-E0F1-E61F-E2B13CD12099}"/>
              </a:ext>
            </a:extLst>
          </p:cNvPr>
          <p:cNvSpPr txBox="1"/>
          <p:nvPr/>
        </p:nvSpPr>
        <p:spPr>
          <a:xfrm>
            <a:off x="592131" y="1619786"/>
            <a:ext cx="20976792" cy="1384995"/>
          </a:xfrm>
          <a:prstGeom prst="rect">
            <a:avLst/>
          </a:prstGeom>
          <a:noFill/>
        </p:spPr>
        <p:txBody>
          <a:bodyPr wrap="square" rtlCol="0">
            <a:spAutoFit/>
          </a:bodyPr>
          <a:lstStyle/>
          <a:p>
            <a:r>
              <a:rPr lang="en-US" sz="2800" b="1" dirty="0">
                <a:latin typeface="Roboto" panose="02000000000000000000" pitchFamily="2" charset="0"/>
                <a:ea typeface="Roboto" panose="02000000000000000000" pitchFamily="2" charset="0"/>
              </a:rPr>
              <a:t>Team:</a:t>
            </a:r>
            <a:r>
              <a:rPr lang="en-US" sz="2800" dirty="0">
                <a:latin typeface="Roboto" panose="02000000000000000000" pitchFamily="2" charset="0"/>
                <a:ea typeface="Roboto" panose="02000000000000000000" pitchFamily="2" charset="0"/>
              </a:rPr>
              <a:t>			</a:t>
            </a:r>
          </a:p>
          <a:p>
            <a:r>
              <a:rPr lang="en-US" sz="2800" dirty="0">
                <a:latin typeface="Roboto" panose="02000000000000000000" pitchFamily="2" charset="0"/>
                <a:ea typeface="Roboto" panose="02000000000000000000" pitchFamily="2" charset="0"/>
              </a:rPr>
              <a:t>G. Sai Krishna Priya  2203A52085	S. Gayathri	2203A52120	</a:t>
            </a:r>
          </a:p>
          <a:p>
            <a:r>
              <a:rPr lang="en-US" sz="2800" dirty="0">
                <a:latin typeface="Roboto" panose="02000000000000000000" pitchFamily="2" charset="0"/>
                <a:ea typeface="Roboto" panose="02000000000000000000" pitchFamily="2" charset="0"/>
              </a:rPr>
              <a:t>V. Divya                       2203A52130	L. Charan	2203A52098</a:t>
            </a:r>
          </a:p>
        </p:txBody>
      </p:sp>
      <p:sp>
        <p:nvSpPr>
          <p:cNvPr id="22" name="Rectangle 21">
            <a:extLst>
              <a:ext uri="{FF2B5EF4-FFF2-40B4-BE49-F238E27FC236}">
                <a16:creationId xmlns:a16="http://schemas.microsoft.com/office/drawing/2014/main" id="{E237A6BB-7AD1-ACC4-8F55-A3DABD6E5852}"/>
              </a:ext>
            </a:extLst>
          </p:cNvPr>
          <p:cNvSpPr/>
          <p:nvPr/>
        </p:nvSpPr>
        <p:spPr>
          <a:xfrm>
            <a:off x="335206" y="3543646"/>
            <a:ext cx="11791217" cy="721592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6733866-3CC9-FE0D-658B-2C92C7017AED}"/>
              </a:ext>
            </a:extLst>
          </p:cNvPr>
          <p:cNvSpPr txBox="1"/>
          <p:nvPr/>
        </p:nvSpPr>
        <p:spPr>
          <a:xfrm>
            <a:off x="808889" y="3669510"/>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INTRODUCTION</a:t>
            </a:r>
          </a:p>
        </p:txBody>
      </p:sp>
      <p:sp>
        <p:nvSpPr>
          <p:cNvPr id="25" name="TextBox 24">
            <a:extLst>
              <a:ext uri="{FF2B5EF4-FFF2-40B4-BE49-F238E27FC236}">
                <a16:creationId xmlns:a16="http://schemas.microsoft.com/office/drawing/2014/main" id="{7DCE9D50-0173-5934-B585-A6270F943100}"/>
              </a:ext>
            </a:extLst>
          </p:cNvPr>
          <p:cNvSpPr txBox="1"/>
          <p:nvPr/>
        </p:nvSpPr>
        <p:spPr>
          <a:xfrm>
            <a:off x="810323" y="4351128"/>
            <a:ext cx="10961080" cy="2677656"/>
          </a:xfrm>
          <a:prstGeom prst="rect">
            <a:avLst/>
          </a:prstGeom>
          <a:noFill/>
        </p:spPr>
        <p:txBody>
          <a:bodyPr wrap="square">
            <a:spAutoFit/>
          </a:bodyPr>
          <a:lstStyle/>
          <a:p>
            <a:pPr algn="just"/>
            <a:r>
              <a:rPr lang="en-US" sz="2400" dirty="0"/>
              <a:t>Misinformation spreads quickly across various social media platforms, which makes it hard to keep information accurate. Traditional detection systems that focus on a single platform do not capture the complicated ways misinformation moves between platforms. This project presents CTPP-GNN, a new Cross-Platform Text Propagation Graph Neural Network. It is designed to effectively detect misinformation by combining content, user interaction, and timing of propagation patterns across platforms like Twitter, Reddit, and Facebook.</a:t>
            </a:r>
            <a:endParaRPr lang="en-US" sz="2400" dirty="0">
              <a:latin typeface="Roboto" panose="02000000000000000000" pitchFamily="2" charset="0"/>
              <a:ea typeface="Roboto" panose="02000000000000000000" pitchFamily="2" charset="0"/>
            </a:endParaRPr>
          </a:p>
        </p:txBody>
      </p:sp>
      <p:sp>
        <p:nvSpPr>
          <p:cNvPr id="36" name="TextBox 35">
            <a:extLst>
              <a:ext uri="{FF2B5EF4-FFF2-40B4-BE49-F238E27FC236}">
                <a16:creationId xmlns:a16="http://schemas.microsoft.com/office/drawing/2014/main" id="{9A3E3553-6674-3021-2412-4E7DA7432491}"/>
              </a:ext>
            </a:extLst>
          </p:cNvPr>
          <p:cNvSpPr txBox="1"/>
          <p:nvPr/>
        </p:nvSpPr>
        <p:spPr>
          <a:xfrm>
            <a:off x="808889" y="11371571"/>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METHODS</a:t>
            </a:r>
          </a:p>
        </p:txBody>
      </p:sp>
      <p:pic>
        <p:nvPicPr>
          <p:cNvPr id="66" name="Graphic 65" descr="Germ outline">
            <a:extLst>
              <a:ext uri="{FF2B5EF4-FFF2-40B4-BE49-F238E27FC236}">
                <a16:creationId xmlns:a16="http://schemas.microsoft.com/office/drawing/2014/main" id="{D3747225-105F-D890-504B-981A32DBD5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05267" y="12870531"/>
            <a:ext cx="914400" cy="914400"/>
          </a:xfrm>
          <a:prstGeom prst="rect">
            <a:avLst/>
          </a:prstGeom>
        </p:spPr>
      </p:pic>
      <p:pic>
        <p:nvPicPr>
          <p:cNvPr id="70" name="Graphic 69" descr="Immunity outline">
            <a:extLst>
              <a:ext uri="{FF2B5EF4-FFF2-40B4-BE49-F238E27FC236}">
                <a16:creationId xmlns:a16="http://schemas.microsoft.com/office/drawing/2014/main" id="{9D93233D-5DF2-B92F-AA1A-36A51377E0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46751" y="12870531"/>
            <a:ext cx="914400" cy="914400"/>
          </a:xfrm>
          <a:prstGeom prst="rect">
            <a:avLst/>
          </a:prstGeom>
        </p:spPr>
      </p:pic>
      <p:sp>
        <p:nvSpPr>
          <p:cNvPr id="77" name="TextBox 76">
            <a:extLst>
              <a:ext uri="{FF2B5EF4-FFF2-40B4-BE49-F238E27FC236}">
                <a16:creationId xmlns:a16="http://schemas.microsoft.com/office/drawing/2014/main" id="{0575814B-6BEB-64C1-C581-B91523197F50}"/>
              </a:ext>
            </a:extLst>
          </p:cNvPr>
          <p:cNvSpPr txBox="1"/>
          <p:nvPr/>
        </p:nvSpPr>
        <p:spPr>
          <a:xfrm>
            <a:off x="447675" y="14569666"/>
            <a:ext cx="11686110" cy="4893647"/>
          </a:xfrm>
          <a:prstGeom prst="rect">
            <a:avLst/>
          </a:prstGeom>
          <a:noFill/>
        </p:spPr>
        <p:txBody>
          <a:bodyPr wrap="square" numCol="1" spcCol="180000">
            <a:spAutoFit/>
          </a:bodyPr>
          <a:lstStyle/>
          <a:p>
            <a:pPr algn="just"/>
            <a:r>
              <a:rPr lang="en-US" sz="2400" b="1" dirty="0"/>
              <a:t>1. Data Collection: </a:t>
            </a:r>
            <a:r>
              <a:rPr lang="en-US" sz="2400" dirty="0"/>
              <a:t>Posts and comments were collected from Twitter, Reddit, and YouTube using official APIs.</a:t>
            </a:r>
          </a:p>
          <a:p>
            <a:pPr algn="just"/>
            <a:r>
              <a:rPr lang="en-US" sz="2400" b="1" dirty="0"/>
              <a:t>2. Preprocessing: </a:t>
            </a:r>
          </a:p>
          <a:p>
            <a:pPr marL="342900" indent="-342900" algn="just">
              <a:buFont typeface="Wingdings" panose="05000000000000000000" pitchFamily="2" charset="2"/>
              <a:buChar char="§"/>
            </a:pPr>
            <a:r>
              <a:rPr lang="en-US" sz="2400" dirty="0"/>
              <a:t>Removed URLs, hashtags, and </a:t>
            </a:r>
            <a:r>
              <a:rPr lang="en-US" sz="2400" dirty="0" err="1"/>
              <a:t>stopwords</a:t>
            </a:r>
            <a:r>
              <a:rPr lang="en-US" sz="2400" dirty="0"/>
              <a:t>.</a:t>
            </a:r>
          </a:p>
          <a:p>
            <a:pPr marL="342900" indent="-342900" algn="just">
              <a:buFont typeface="Wingdings" panose="05000000000000000000" pitchFamily="2" charset="2"/>
              <a:buChar char="§"/>
            </a:pPr>
            <a:r>
              <a:rPr lang="en-US" sz="2400" dirty="0"/>
              <a:t>Tokenized and lemmatized using </a:t>
            </a:r>
            <a:r>
              <a:rPr lang="en-US" sz="2400" dirty="0" err="1"/>
              <a:t>SpaCy</a:t>
            </a:r>
            <a:r>
              <a:rPr lang="en-US" sz="2400" dirty="0"/>
              <a:t>.</a:t>
            </a:r>
          </a:p>
          <a:p>
            <a:pPr marL="342900" indent="-342900" algn="just">
              <a:buFont typeface="Wingdings" panose="05000000000000000000" pitchFamily="2" charset="2"/>
              <a:buChar char="§"/>
            </a:pPr>
            <a:r>
              <a:rPr lang="en-US" sz="2400" dirty="0"/>
              <a:t>Extracted features using TF-IDF and BERT embeddings.</a:t>
            </a:r>
          </a:p>
          <a:p>
            <a:pPr algn="just"/>
            <a:r>
              <a:rPr lang="en-US" sz="2400" b="1" dirty="0"/>
              <a:t>3. Model Architecture: </a:t>
            </a:r>
          </a:p>
          <a:p>
            <a:pPr marL="342900" indent="-342900" algn="just">
              <a:buFont typeface="Wingdings" panose="05000000000000000000" pitchFamily="2" charset="2"/>
              <a:buChar char="§"/>
            </a:pPr>
            <a:r>
              <a:rPr lang="en-US" sz="2400" dirty="0"/>
              <a:t>Implemented multiple models: CTPP-GNN(Proposed Model), Random Forest, LSTM, and GRU.</a:t>
            </a:r>
          </a:p>
          <a:p>
            <a:pPr marL="342900" indent="-342900" algn="just">
              <a:buFont typeface="Wingdings" panose="05000000000000000000" pitchFamily="2" charset="2"/>
              <a:buChar char="§"/>
            </a:pPr>
            <a:r>
              <a:rPr lang="en-US" sz="2400" dirty="0"/>
              <a:t>Proposed a Hybrid Ensemble Model that combines LSTM and GRU predictions. </a:t>
            </a:r>
          </a:p>
          <a:p>
            <a:pPr algn="just"/>
            <a:r>
              <a:rPr lang="en-US" sz="2400" b="1" dirty="0"/>
              <a:t>4. Evaluation:</a:t>
            </a:r>
          </a:p>
          <a:p>
            <a:pPr marL="342900" indent="-342900" algn="just">
              <a:buFont typeface="Wingdings" panose="05000000000000000000" pitchFamily="2" charset="2"/>
              <a:buChar char="§"/>
            </a:pPr>
            <a:r>
              <a:rPr lang="en-US" sz="2400" dirty="0"/>
              <a:t>Split the dataset into 80% for training and 20% for testing.</a:t>
            </a:r>
          </a:p>
          <a:p>
            <a:pPr marL="342900" indent="-342900" algn="just">
              <a:buFont typeface="Wingdings" panose="05000000000000000000" pitchFamily="2" charset="2"/>
              <a:buChar char="§"/>
            </a:pPr>
            <a:r>
              <a:rPr lang="en-US" sz="2400" dirty="0"/>
              <a:t>Measured performance using Accuracy, Precision, Recall, and F1-score.</a:t>
            </a:r>
          </a:p>
        </p:txBody>
      </p:sp>
      <p:sp>
        <p:nvSpPr>
          <p:cNvPr id="78" name="Rectangle 77">
            <a:extLst>
              <a:ext uri="{FF2B5EF4-FFF2-40B4-BE49-F238E27FC236}">
                <a16:creationId xmlns:a16="http://schemas.microsoft.com/office/drawing/2014/main" id="{0BD045E8-0263-BE92-B076-2F84C81C9560}"/>
              </a:ext>
            </a:extLst>
          </p:cNvPr>
          <p:cNvSpPr/>
          <p:nvPr/>
        </p:nvSpPr>
        <p:spPr>
          <a:xfrm>
            <a:off x="12721721" y="3475892"/>
            <a:ext cx="17105817" cy="7215920"/>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4752709A-F5F1-6AFC-BD94-7E66F766A031}"/>
              </a:ext>
            </a:extLst>
          </p:cNvPr>
          <p:cNvSpPr txBox="1"/>
          <p:nvPr/>
        </p:nvSpPr>
        <p:spPr>
          <a:xfrm>
            <a:off x="13082935" y="3669510"/>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RESULTS</a:t>
            </a:r>
          </a:p>
        </p:txBody>
      </p:sp>
      <p:sp>
        <p:nvSpPr>
          <p:cNvPr id="80" name="Rectangle 79">
            <a:extLst>
              <a:ext uri="{FF2B5EF4-FFF2-40B4-BE49-F238E27FC236}">
                <a16:creationId xmlns:a16="http://schemas.microsoft.com/office/drawing/2014/main" id="{E529C46F-DB8B-27FD-7AED-7F013C5CC89A}"/>
              </a:ext>
            </a:extLst>
          </p:cNvPr>
          <p:cNvSpPr/>
          <p:nvPr/>
        </p:nvSpPr>
        <p:spPr>
          <a:xfrm>
            <a:off x="12721721" y="11177953"/>
            <a:ext cx="7488863" cy="973894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TextBox 80">
            <a:extLst>
              <a:ext uri="{FF2B5EF4-FFF2-40B4-BE49-F238E27FC236}">
                <a16:creationId xmlns:a16="http://schemas.microsoft.com/office/drawing/2014/main" id="{A3EC1894-A296-0E14-1C43-2CEB27B89B99}"/>
              </a:ext>
            </a:extLst>
          </p:cNvPr>
          <p:cNvSpPr txBox="1"/>
          <p:nvPr/>
        </p:nvSpPr>
        <p:spPr>
          <a:xfrm>
            <a:off x="13082935" y="11371572"/>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CONCLUSION</a:t>
            </a:r>
          </a:p>
        </p:txBody>
      </p:sp>
      <p:sp>
        <p:nvSpPr>
          <p:cNvPr id="82" name="Rectangle 81">
            <a:extLst>
              <a:ext uri="{FF2B5EF4-FFF2-40B4-BE49-F238E27FC236}">
                <a16:creationId xmlns:a16="http://schemas.microsoft.com/office/drawing/2014/main" id="{61132B6E-B296-EA3C-A608-DC7CEBF889A5}"/>
              </a:ext>
            </a:extLst>
          </p:cNvPr>
          <p:cNvSpPr/>
          <p:nvPr/>
        </p:nvSpPr>
        <p:spPr>
          <a:xfrm>
            <a:off x="20693413" y="11216161"/>
            <a:ext cx="9134125" cy="973894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6D140FF3-605D-538C-3BED-2BE19697C64A}"/>
              </a:ext>
            </a:extLst>
          </p:cNvPr>
          <p:cNvSpPr txBox="1"/>
          <p:nvPr/>
        </p:nvSpPr>
        <p:spPr>
          <a:xfrm>
            <a:off x="21054627" y="11409780"/>
            <a:ext cx="6236411" cy="707886"/>
          </a:xfrm>
          <a:prstGeom prst="rect">
            <a:avLst/>
          </a:prstGeom>
          <a:noFill/>
        </p:spPr>
        <p:txBody>
          <a:bodyPr wrap="square" rtlCol="0">
            <a:spAutoFit/>
          </a:bodyPr>
          <a:lstStyle/>
          <a:p>
            <a:r>
              <a:rPr lang="en-US" sz="4000" dirty="0">
                <a:solidFill>
                  <a:schemeClr val="accent1"/>
                </a:solidFill>
                <a:latin typeface="Roboto" panose="02000000000000000000" pitchFamily="2" charset="0"/>
                <a:ea typeface="Roboto" panose="02000000000000000000" pitchFamily="2" charset="0"/>
              </a:rPr>
              <a:t>DISCUSSION</a:t>
            </a:r>
          </a:p>
        </p:txBody>
      </p:sp>
      <p:sp>
        <p:nvSpPr>
          <p:cNvPr id="87" name="TextBox 86">
            <a:extLst>
              <a:ext uri="{FF2B5EF4-FFF2-40B4-BE49-F238E27FC236}">
                <a16:creationId xmlns:a16="http://schemas.microsoft.com/office/drawing/2014/main" id="{7248E5EF-E9BA-8B2C-D035-1A0B83AD08FE}"/>
              </a:ext>
            </a:extLst>
          </p:cNvPr>
          <p:cNvSpPr txBox="1"/>
          <p:nvPr/>
        </p:nvSpPr>
        <p:spPr>
          <a:xfrm>
            <a:off x="13082934" y="4377396"/>
            <a:ext cx="16576451" cy="1569660"/>
          </a:xfrm>
          <a:prstGeom prst="rect">
            <a:avLst/>
          </a:prstGeom>
          <a:noFill/>
        </p:spPr>
        <p:txBody>
          <a:bodyPr wrap="square">
            <a:spAutoFit/>
          </a:bodyPr>
          <a:lstStyle/>
          <a:p>
            <a:pPr marL="342900" indent="-342900" algn="just">
              <a:buFont typeface="Wingdings" panose="05000000000000000000" pitchFamily="2" charset="2"/>
              <a:buChar char="§"/>
            </a:pPr>
            <a:r>
              <a:rPr lang="en-US" sz="2400" dirty="0"/>
              <a:t>The CTPP-GNN achieved an accuracy of 94.7%, surpassing baseline models like </a:t>
            </a:r>
            <a:r>
              <a:rPr lang="en-US" sz="2400" dirty="0" err="1"/>
              <a:t>BiLSTM</a:t>
            </a:r>
            <a:r>
              <a:rPr lang="en-US" sz="2400" dirty="0"/>
              <a:t>, CNN, and standard GCN. </a:t>
            </a:r>
          </a:p>
          <a:p>
            <a:pPr marL="342900" indent="-342900" algn="just">
              <a:buFont typeface="Wingdings" panose="05000000000000000000" pitchFamily="2" charset="2"/>
              <a:buChar char="§"/>
            </a:pPr>
            <a:r>
              <a:rPr lang="en-US" sz="2400" dirty="0"/>
              <a:t>Precision: 92.3% | Recall: 95.1% | F1-score: 93.7% </a:t>
            </a:r>
          </a:p>
          <a:p>
            <a:pPr marL="342900" indent="-342900" algn="just">
              <a:buFont typeface="Wingdings" panose="05000000000000000000" pitchFamily="2" charset="2"/>
              <a:buChar char="§"/>
            </a:pPr>
            <a:r>
              <a:rPr lang="en-US" sz="2400" dirty="0"/>
              <a:t>The model effectively recognized misinformation propagation patterns that traditional text-only models overlooked.</a:t>
            </a:r>
          </a:p>
          <a:p>
            <a:pPr marL="342900" indent="-342900" algn="just">
              <a:buFont typeface="Wingdings" panose="05000000000000000000" pitchFamily="2" charset="2"/>
              <a:buChar char="§"/>
            </a:pPr>
            <a:r>
              <a:rPr lang="en-US" sz="2400" dirty="0"/>
              <a:t>Visualization of learned embeddings clearly showed a separation between real and fake clusters.</a:t>
            </a:r>
            <a:endParaRPr lang="en-US" sz="2400" dirty="0">
              <a:latin typeface="Roboto" panose="02000000000000000000" pitchFamily="2" charset="0"/>
              <a:ea typeface="Roboto" panose="02000000000000000000" pitchFamily="2" charset="0"/>
            </a:endParaRPr>
          </a:p>
        </p:txBody>
      </p:sp>
      <p:sp>
        <p:nvSpPr>
          <p:cNvPr id="89" name="TextBox 88">
            <a:extLst>
              <a:ext uri="{FF2B5EF4-FFF2-40B4-BE49-F238E27FC236}">
                <a16:creationId xmlns:a16="http://schemas.microsoft.com/office/drawing/2014/main" id="{EE48D742-D008-84AA-99D1-50C4CD86F644}"/>
              </a:ext>
            </a:extLst>
          </p:cNvPr>
          <p:cNvSpPr txBox="1"/>
          <p:nvPr/>
        </p:nvSpPr>
        <p:spPr>
          <a:xfrm>
            <a:off x="20930717" y="6236616"/>
            <a:ext cx="8101827" cy="3416320"/>
          </a:xfrm>
          <a:prstGeom prst="rect">
            <a:avLst/>
          </a:prstGeom>
          <a:noFill/>
        </p:spPr>
        <p:txBody>
          <a:bodyPr wrap="square">
            <a:spAutoFit/>
          </a:bodyPr>
          <a:lstStyle/>
          <a:p>
            <a:pPr algn="just"/>
            <a:r>
              <a:rPr lang="en-US" sz="2400" dirty="0">
                <a:solidFill>
                  <a:srgbClr val="000000"/>
                </a:solidFill>
                <a:latin typeface="+mj-lt"/>
                <a:ea typeface="Roboto" panose="02000000000000000000" pitchFamily="2" charset="0"/>
              </a:rPr>
              <a:t>The feature importance analysis showed that text credibility, user engagement patterns, and cross-platform propagation behavior were the main factors affecting the model’s predictions. The proposed CTPP-GNN model provided a good balance across all evaluation metrics. This demonstrated its strength and flexibility for detecting misinformation on various social media platforms. In conclusion, the system proved to be highly reliable and reproducible, suggesting its potential for real-world use in monitoring and preventing misinformation across platforms.</a:t>
            </a:r>
          </a:p>
        </p:txBody>
      </p:sp>
      <p:sp>
        <p:nvSpPr>
          <p:cNvPr id="92" name="TextBox 91">
            <a:extLst>
              <a:ext uri="{FF2B5EF4-FFF2-40B4-BE49-F238E27FC236}">
                <a16:creationId xmlns:a16="http://schemas.microsoft.com/office/drawing/2014/main" id="{444339FA-B340-27B1-9D13-44A652F86804}"/>
              </a:ext>
            </a:extLst>
          </p:cNvPr>
          <p:cNvSpPr txBox="1"/>
          <p:nvPr/>
        </p:nvSpPr>
        <p:spPr>
          <a:xfrm>
            <a:off x="12686812" y="15005983"/>
            <a:ext cx="7610479" cy="5262979"/>
          </a:xfrm>
          <a:prstGeom prst="rect">
            <a:avLst/>
          </a:prstGeom>
          <a:noFill/>
        </p:spPr>
        <p:txBody>
          <a:bodyPr wrap="square">
            <a:spAutoFit/>
          </a:bodyPr>
          <a:lstStyle/>
          <a:p>
            <a:r>
              <a:rPr lang="en-US" sz="2400" dirty="0"/>
              <a:t>The experimental results confirm that CTPP-GNN significantly surpasses baseline models in accuracy, precision, recall, and F1-score. An analysis of feature importance showed that text credibility, source reliability, and engagement between platforms were key factors in detecting misinformation. Overall, the model provides a strong and flexible solution that can adjust to new platforms and changing misinformation trends. Future improvements may include real-time detection systems and analysis of multiple types of content (text, images, and videos) to further boost performance. The system's ability to work across different platforms makes it a valuable tool for monitoring misinformation and improving digital safety.</a:t>
            </a:r>
          </a:p>
        </p:txBody>
      </p:sp>
      <p:sp>
        <p:nvSpPr>
          <p:cNvPr id="94" name="TextBox 93">
            <a:extLst>
              <a:ext uri="{FF2B5EF4-FFF2-40B4-BE49-F238E27FC236}">
                <a16:creationId xmlns:a16="http://schemas.microsoft.com/office/drawing/2014/main" id="{A4BF6E72-2FF4-0104-C88A-FDBA89D0E0E4}"/>
              </a:ext>
            </a:extLst>
          </p:cNvPr>
          <p:cNvSpPr txBox="1"/>
          <p:nvPr/>
        </p:nvSpPr>
        <p:spPr>
          <a:xfrm>
            <a:off x="21054627" y="12420419"/>
            <a:ext cx="8376789" cy="5262979"/>
          </a:xfrm>
          <a:prstGeom prst="rect">
            <a:avLst/>
          </a:prstGeom>
          <a:noFill/>
        </p:spPr>
        <p:txBody>
          <a:bodyPr wrap="square">
            <a:spAutoFit/>
          </a:bodyPr>
          <a:lstStyle/>
          <a:p>
            <a:r>
              <a:rPr lang="en-US" sz="2400" dirty="0"/>
              <a:t>The study highlights the difficulties in identifying misinformation that spreads differently across platforms like Twitter, Reddit, and Facebook. Traditional models that focus on a single platform often miss important changes in context, variations in language, and different behaviors in how information spreads. The proposed CTPP-GNN (Cross-Platform Text Propagation Graph Neural Network) effectively models content similarity, timing of information spread, and user interaction graphs. This allows the detection system to learn shared patterns of misinformation across different platforms. By combining semantic embeddings and features based on how information propagates, the model shows better generalization, reduces false positives, and captures cross-network connections that other methods miss.</a:t>
            </a:r>
          </a:p>
        </p:txBody>
      </p:sp>
      <p:pic>
        <p:nvPicPr>
          <p:cNvPr id="1030" name="Picture 6" descr="SR University">
            <a:extLst>
              <a:ext uri="{FF2B5EF4-FFF2-40B4-BE49-F238E27FC236}">
                <a16:creationId xmlns:a16="http://schemas.microsoft.com/office/drawing/2014/main" id="{63B0C527-6964-FC58-7042-E9834E6CA16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56371" b="-12294"/>
          <a:stretch>
            <a:fillRect/>
          </a:stretch>
        </p:blipFill>
        <p:spPr bwMode="auto">
          <a:xfrm>
            <a:off x="26237694" y="907599"/>
            <a:ext cx="3685740" cy="1406899"/>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E7FFD423-3F2D-F0FF-014C-BFA63F94281D}"/>
              </a:ext>
            </a:extLst>
          </p:cNvPr>
          <p:cNvSpPr/>
          <p:nvPr/>
        </p:nvSpPr>
        <p:spPr>
          <a:xfrm>
            <a:off x="569999" y="12079457"/>
            <a:ext cx="11563786" cy="2158082"/>
          </a:xfrm>
          <a:prstGeom prst="rect">
            <a:avLst/>
          </a:prstGeom>
          <a:solidFill>
            <a:srgbClr val="E7EF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56726029-930B-A73E-9394-19B37D17E4D2}"/>
              </a:ext>
            </a:extLst>
          </p:cNvPr>
          <p:cNvCxnSpPr/>
          <p:nvPr/>
        </p:nvCxnSpPr>
        <p:spPr>
          <a:xfrm flipH="1">
            <a:off x="16436340" y="13075920"/>
            <a:ext cx="739140" cy="70901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ACA3510-7972-1481-FB5D-A2312473C9EC}"/>
              </a:ext>
            </a:extLst>
          </p:cNvPr>
          <p:cNvCxnSpPr/>
          <p:nvPr/>
        </p:nvCxnSpPr>
        <p:spPr>
          <a:xfrm>
            <a:off x="15994380" y="13068300"/>
            <a:ext cx="0" cy="71663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FE8525B0-2852-2477-724B-51B9C3D118DD}"/>
              </a:ext>
            </a:extLst>
          </p:cNvPr>
          <p:cNvCxnSpPr/>
          <p:nvPr/>
        </p:nvCxnSpPr>
        <p:spPr>
          <a:xfrm>
            <a:off x="14782800" y="13075920"/>
            <a:ext cx="754380" cy="70901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 name="AutoShape 2">
            <a:extLst>
              <a:ext uri="{FF2B5EF4-FFF2-40B4-BE49-F238E27FC236}">
                <a16:creationId xmlns:a16="http://schemas.microsoft.com/office/drawing/2014/main" id="{EA50B20F-58AD-8350-2DCF-B0CDFFFBAC71}"/>
              </a:ext>
            </a:extLst>
          </p:cNvPr>
          <p:cNvSpPr>
            <a:spLocks noChangeAspect="1" noChangeArrowheads="1"/>
          </p:cNvSpPr>
          <p:nvPr/>
        </p:nvSpPr>
        <p:spPr bwMode="auto">
          <a:xfrm>
            <a:off x="9494520" y="5049520"/>
            <a:ext cx="5794693" cy="57946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83D0FD73-A89A-70C2-7819-BB04D8BB7CBB}"/>
              </a:ext>
            </a:extLst>
          </p:cNvPr>
          <p:cNvPicPr>
            <a:picLocks noChangeAspect="1"/>
          </p:cNvPicPr>
          <p:nvPr/>
        </p:nvPicPr>
        <p:blipFill>
          <a:blip r:embed="rId7">
            <a:extLst>
              <a:ext uri="{28A0092B-C50C-407E-A947-70E740481C1C}">
                <a14:useLocalDpi xmlns:a14="http://schemas.microsoft.com/office/drawing/2010/main" val="0"/>
              </a:ext>
            </a:extLst>
          </a:blip>
          <a:srcRect l="-229" t="19805" r="229" b="20784"/>
          <a:stretch>
            <a:fillRect/>
          </a:stretch>
        </p:blipFill>
        <p:spPr>
          <a:xfrm>
            <a:off x="1430215" y="7061022"/>
            <a:ext cx="8630936" cy="355955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6" name="Picture 25">
            <a:extLst>
              <a:ext uri="{FF2B5EF4-FFF2-40B4-BE49-F238E27FC236}">
                <a16:creationId xmlns:a16="http://schemas.microsoft.com/office/drawing/2014/main" id="{27ED7A4D-D74F-43AF-5DA5-1DC3EC4466F9}"/>
              </a:ext>
            </a:extLst>
          </p:cNvPr>
          <p:cNvPicPr>
            <a:picLocks noChangeAspect="1"/>
          </p:cNvPicPr>
          <p:nvPr/>
        </p:nvPicPr>
        <p:blipFill>
          <a:blip r:embed="rId8">
            <a:extLst>
              <a:ext uri="{28A0092B-C50C-407E-A947-70E740481C1C}">
                <a14:useLocalDpi xmlns:a14="http://schemas.microsoft.com/office/drawing/2010/main" val="0"/>
              </a:ext>
            </a:extLst>
          </a:blip>
          <a:srcRect t="36127" b="31680"/>
          <a:stretch>
            <a:fillRect/>
          </a:stretch>
        </p:blipFill>
        <p:spPr>
          <a:xfrm>
            <a:off x="592131" y="12117666"/>
            <a:ext cx="11541654" cy="2118261"/>
          </a:xfrm>
          <a:prstGeom prst="rect">
            <a:avLst/>
          </a:prstGeom>
        </p:spPr>
      </p:pic>
      <p:pic>
        <p:nvPicPr>
          <p:cNvPr id="28" name="Picture 27">
            <a:extLst>
              <a:ext uri="{FF2B5EF4-FFF2-40B4-BE49-F238E27FC236}">
                <a16:creationId xmlns:a16="http://schemas.microsoft.com/office/drawing/2014/main" id="{756223EA-56A0-1678-E8B0-FE6217837241}"/>
              </a:ext>
            </a:extLst>
          </p:cNvPr>
          <p:cNvPicPr>
            <a:picLocks noChangeAspect="1"/>
          </p:cNvPicPr>
          <p:nvPr/>
        </p:nvPicPr>
        <p:blipFill>
          <a:blip r:embed="rId9"/>
          <a:stretch>
            <a:fillRect/>
          </a:stretch>
        </p:blipFill>
        <p:spPr>
          <a:xfrm>
            <a:off x="13685153" y="5908285"/>
            <a:ext cx="6505575" cy="4686300"/>
          </a:xfrm>
          <a:prstGeom prst="rect">
            <a:avLst/>
          </a:prstGeom>
        </p:spPr>
      </p:pic>
      <p:pic>
        <p:nvPicPr>
          <p:cNvPr id="31" name="Picture 30">
            <a:extLst>
              <a:ext uri="{FF2B5EF4-FFF2-40B4-BE49-F238E27FC236}">
                <a16:creationId xmlns:a16="http://schemas.microsoft.com/office/drawing/2014/main" id="{42F6D9EC-12A7-F539-5EF7-73ABFA89E37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845843" y="12079457"/>
            <a:ext cx="7240618" cy="2595693"/>
          </a:xfrm>
          <a:prstGeom prst="rect">
            <a:avLst/>
          </a:prstGeom>
        </p:spPr>
      </p:pic>
    </p:spTree>
    <p:extLst>
      <p:ext uri="{BB962C8B-B14F-4D97-AF65-F5344CB8AC3E}">
        <p14:creationId xmlns:p14="http://schemas.microsoft.com/office/powerpoint/2010/main" val="3869211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711</TotalTime>
  <Words>604</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Roboto</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Wu</dc:creator>
  <cp:lastModifiedBy>sai krishna priya</cp:lastModifiedBy>
  <cp:revision>15</cp:revision>
  <dcterms:created xsi:type="dcterms:W3CDTF">2024-07-08T07:49:34Z</dcterms:created>
  <dcterms:modified xsi:type="dcterms:W3CDTF">2025-11-13T08:21:12Z</dcterms:modified>
</cp:coreProperties>
</file>