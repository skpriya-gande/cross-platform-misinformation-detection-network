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Cross-Platform Misinformation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Team Members: [Names]</a:t>
            </a:r>
          </a:p>
          <a:p>
            <a:r>
              <a:t>Faculty Guide: [Name]</a:t>
            </a:r>
          </a:p>
          <a:p>
            <a:r>
              <a:t>Department, College Name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Identification (5 Marks)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Widespread misinformation across platforms (Twitter, Reddit, YouTube, Facebook).</a:t>
            </a:r>
          </a:p>
          <a:p>
            <a:r>
              <a:t>- Existing solutions focus on single platforms → lack generalization.</a:t>
            </a:r>
          </a:p>
          <a:p>
            <a:r>
              <a:t>- Impacts: Public opinion, Health, Politics, Economy.</a:t>
            </a:r>
          </a:p>
          <a:p>
            <a:r>
              <a:t>- Need: Unified system to track and classify misinformation.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 (5 Marks)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Existing Approaches:</a:t>
            </a:r>
          </a:p>
          <a:p>
            <a:r>
              <a:t>- Text-based models (LSTM, BERT, RoBERTa)</a:t>
            </a:r>
          </a:p>
          <a:p>
            <a:r>
              <a:t>- Graph-based models (GCN)</a:t>
            </a:r>
          </a:p>
          <a:p>
            <a:r>
              <a:t>- Image-Text consistency models</a:t>
            </a:r>
          </a:p>
          <a:p/>
          <a:p>
            <a:r>
              <a:t>Limitations:</a:t>
            </a:r>
          </a:p>
          <a:p>
            <a:r>
              <a:t>- Focus on single platform</a:t>
            </a:r>
          </a:p>
          <a:p>
            <a:r>
              <a:t>- Lack temporal + cross-modal analysis</a:t>
            </a:r>
          </a:p>
          <a:p>
            <a:r>
              <a:t>- Less emphasis on misinformation spread dynamics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 (5 Marks)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Goal: Detect misinformation across multiple platforms.</a:t>
            </a:r>
          </a:p>
          <a:p/>
          <a:p>
            <a:r>
              <a:t>Objectives:</a:t>
            </a:r>
          </a:p>
          <a:p>
            <a:r>
              <a:t>- Multi-platform + multi-modal classification</a:t>
            </a:r>
          </a:p>
          <a:p>
            <a:r>
              <a:t>- Analyze misinformation spread</a:t>
            </a:r>
          </a:p>
          <a:p>
            <a:r>
              <a:t>- Framework integrating content + context + network signals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Plan (10 Marks – Models)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Model 1: Graph Neural Networks (GNNs) → detect source &amp; propagation</a:t>
            </a:r>
          </a:p>
          <a:p>
            <a:r>
              <a:t>- Model 2: Transformer-based models → text classification</a:t>
            </a:r>
          </a:p>
          <a:p>
            <a:r>
              <a:t>- Model 3: CNN-LSTM Hybrid → content + temporal dependencies</a:t>
            </a:r>
          </a:p>
          <a:p>
            <a:r>
              <a:t>- Model 4: Cross-Modal Fusion → text + image consistency</a:t>
            </a:r>
          </a:p>
          <a:p>
            <a:r>
              <a:t>- Model 5: Temporal Point Processes → misinformation spread over time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Plan (Datasets)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MuMiN → Multi-platform, multimodal, labeled</a:t>
            </a:r>
          </a:p>
          <a:p>
            <a:r>
              <a:t>- FakeNewsNet → News + engagement data</a:t>
            </a:r>
          </a:p>
          <a:p>
            <a:r>
              <a:t>- Exorde → Social media propagation dataset</a:t>
            </a:r>
          </a:p>
          <a:p/>
          <a:p>
            <a:r>
              <a:t>Strategy: Combine labeled + unlabeled datasets for classification + spread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Mathematical Formulations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Classification: Cross-Entropy, KL Divergence, Cosine Similarity</a:t>
            </a:r>
          </a:p>
          <a:p>
            <a:r>
              <a:t>- Graph Models: Adjacency Matrices, Laplacian Regularization</a:t>
            </a:r>
          </a:p>
          <a:p>
            <a:r>
              <a:t>- Temporal Models: Point Process likelihood, Spread velocity formula</a:t>
            </a:r>
          </a:p>
          <a:p>
            <a:r>
              <a:t>- Evaluation Metrics: Accuracy, Precision, Recall, F1, ROC-AUC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Data Collection &amp; Preprocessing (MuMiN + FakeNewsNet + Exorde)</a:t>
            </a:r>
          </a:p>
          <a:p>
            <a:r>
              <a:t>2. Feature Extraction (text, image, graph)</a:t>
            </a:r>
          </a:p>
          <a:p>
            <a:r>
              <a:t>3. Model Training (classification + propagation models)</a:t>
            </a:r>
          </a:p>
          <a:p>
            <a:r>
              <a:t>4. Evaluation (accuracy, F1, propagation analysis)</a:t>
            </a:r>
          </a:p>
          <a:p>
            <a:r>
              <a:t>5. Unified Framework Integration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Robust system detecting misinformation across platforms</a:t>
            </a:r>
          </a:p>
          <a:p>
            <a:r>
              <a:t>- Insights into propagation patterns</a:t>
            </a:r>
          </a:p>
          <a:p>
            <a:r>
              <a:t>- Usable framework for fact-checkers, journalists, researchers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MuMiN Dataset</a:t>
            </a:r>
          </a:p>
          <a:p>
            <a:r>
              <a:t>- FakeNewsNet Dataset</a:t>
            </a:r>
          </a:p>
          <a:p>
            <a:r>
              <a:t>- Exorde Dataset</a:t>
            </a:r>
          </a:p>
          <a:p>
            <a:r>
              <a:t>- Research papers: GNNs, Transformers, Cross-modal misinformation detection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